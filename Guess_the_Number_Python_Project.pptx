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3" r:id="rId2"/>
    <p:sldId id="256" r:id="rId3"/>
    <p:sldId id="257" r:id="rId4"/>
    <p:sldId id="258" r:id="rId5"/>
    <p:sldId id="264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50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3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9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0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4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0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9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5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8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53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7860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59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93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19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48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76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9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E855-559A-CE51-1D03-AAD7EA6CC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058" y="2411171"/>
            <a:ext cx="5691883" cy="143839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br>
              <a:rPr lang="en-IN" dirty="0">
                <a:latin typeface="Baskerville Old Face" panose="02020602080505020303" pitchFamily="18" charset="0"/>
              </a:rPr>
            </a:br>
            <a:br>
              <a:rPr lang="en-IN" dirty="0">
                <a:latin typeface="Baskerville Old Face" panose="02020602080505020303" pitchFamily="18" charset="0"/>
              </a:rPr>
            </a:br>
            <a:r>
              <a:rPr lang="en-IN" sz="4400" dirty="0">
                <a:latin typeface="Baskerville Old Face" panose="02020602080505020303" pitchFamily="18" charset="0"/>
              </a:rPr>
              <a:t>Python Programming</a:t>
            </a:r>
            <a:br>
              <a:rPr lang="en-IN" dirty="0">
                <a:latin typeface="Baskerville Old Face" panose="02020602080505020303" pitchFamily="18" charset="0"/>
              </a:rPr>
            </a:br>
            <a:r>
              <a:rPr lang="en-IN" sz="2700" dirty="0">
                <a:latin typeface="Baskerville Old Face" panose="02020602080505020303" pitchFamily="18" charset="0"/>
              </a:rPr>
              <a:t>Mini Python Application</a:t>
            </a:r>
            <a:br>
              <a:rPr lang="en-IN" sz="4000" dirty="0">
                <a:latin typeface="Baskerville Old Face" panose="02020602080505020303" pitchFamily="18" charset="0"/>
              </a:rPr>
            </a:b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BE3E7-7992-E569-EF64-214968F41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7501" y="4150333"/>
            <a:ext cx="2604499" cy="17526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16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Submitted By –</a:t>
            </a:r>
          </a:p>
          <a:p>
            <a:pPr algn="l"/>
            <a:r>
              <a:rPr lang="en-IN" sz="16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Aarushi Sharma</a:t>
            </a:r>
          </a:p>
          <a:p>
            <a:pPr algn="l"/>
            <a:r>
              <a:rPr lang="en-IN" sz="16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Prisha Vora</a:t>
            </a:r>
          </a:p>
          <a:p>
            <a:pPr algn="l"/>
            <a:r>
              <a:rPr lang="en-IN" sz="16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Gurnaaz Kaur</a:t>
            </a:r>
          </a:p>
          <a:p>
            <a:pPr algn="l"/>
            <a:r>
              <a:rPr lang="en-IN" sz="16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Twisha Shukla</a:t>
            </a:r>
            <a:endParaRPr lang="en-IN" sz="1800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9E52E-6C2A-BB98-C06B-F206E1D267FC}"/>
              </a:ext>
            </a:extLst>
          </p:cNvPr>
          <p:cNvSpPr txBox="1"/>
          <p:nvPr/>
        </p:nvSpPr>
        <p:spPr>
          <a:xfrm>
            <a:off x="5167904" y="4150333"/>
            <a:ext cx="2604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askerville Old Face" panose="02020602080505020303" pitchFamily="18" charset="0"/>
              </a:rPr>
              <a:t>Submitted to-</a:t>
            </a:r>
          </a:p>
          <a:p>
            <a:r>
              <a:rPr lang="en-IN" sz="1600" b="1" dirty="0">
                <a:latin typeface="Baskerville Old Face" panose="02020602080505020303" pitchFamily="18" charset="0"/>
              </a:rPr>
              <a:t>Dr. Dawa </a:t>
            </a:r>
            <a:r>
              <a:rPr lang="en-IN" sz="1600" b="1" dirty="0" err="1">
                <a:latin typeface="Baskerville Old Face" panose="02020602080505020303" pitchFamily="18" charset="0"/>
              </a:rPr>
              <a:t>Chyopel</a:t>
            </a:r>
            <a:r>
              <a:rPr lang="en-IN" sz="1600" b="1" dirty="0">
                <a:latin typeface="Baskerville Old Face" panose="02020602080505020303" pitchFamily="18" charset="0"/>
              </a:rPr>
              <a:t> Lepcha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525C68-0CAE-1910-DA08-6881BDC08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05" t="36142" r="27640" b="43954"/>
          <a:stretch>
            <a:fillRect/>
          </a:stretch>
        </p:blipFill>
        <p:spPr>
          <a:xfrm>
            <a:off x="2208945" y="2220417"/>
            <a:ext cx="4890498" cy="175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92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63B385-56DA-D381-8EC1-FA91D8EE4379}"/>
              </a:ext>
            </a:extLst>
          </p:cNvPr>
          <p:cNvSpPr/>
          <p:nvPr/>
        </p:nvSpPr>
        <p:spPr>
          <a:xfrm>
            <a:off x="996594" y="2087670"/>
            <a:ext cx="708916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sz="6600" b="0" cap="none" spc="0" dirty="0">
                <a:ln w="0"/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ernard MT Condensed" panose="02050806060905020404" pitchFamily="18" charset="0"/>
              </a:rPr>
              <a:t>Guess the Number </a:t>
            </a:r>
            <a:endParaRPr lang="en-IN" sz="6600" b="0" cap="none" spc="0" dirty="0">
              <a:ln w="0"/>
              <a:solidFill>
                <a:schemeClr val="accent1">
                  <a:lumMod val="20000"/>
                  <a:lumOff val="8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Palatino Linotype" panose="02040502050505030304" pitchFamily="18" charset="0"/>
              </a:rPr>
              <a:t>This Python project is a simple yet engaging game called 'Guess the Number'. In this game, the computer randomly selects a number between 1 and 20, and the player has to guess it. The program provides hints like 'Too high' or 'Too low' until the player finds the correct number.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8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Objective</a:t>
            </a:r>
            <a:endParaRPr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Palatino Linotype" panose="02040502050505030304" pitchFamily="18" charset="0"/>
              </a:rPr>
              <a:t>To create an interactive guessing game.</a:t>
            </a:r>
          </a:p>
          <a:p>
            <a:r>
              <a:rPr sz="2400" dirty="0">
                <a:latin typeface="Palatino Linotype" panose="02040502050505030304" pitchFamily="18" charset="0"/>
              </a:rPr>
              <a:t>To understand loops, conditionals, and random number generation.</a:t>
            </a:r>
          </a:p>
          <a:p>
            <a:r>
              <a:rPr sz="2400" dirty="0">
                <a:latin typeface="Palatino Linotype" panose="02040502050505030304" pitchFamily="18" charset="0"/>
              </a:rPr>
              <a:t>To strengthen logic and problem-solving skills using Python.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E543-B6B8-A4BF-2AA4-26ADF0741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How the game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D745E9-648E-778B-767E-A5A31B2E2C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6061" y="2317832"/>
            <a:ext cx="8031086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sz="2000" dirty="0">
                <a:latin typeface="Palatino Linotype" panose="02040502050505030304" pitchFamily="18" charset="0"/>
              </a:rPr>
              <a:t>The computer randomly chooses a secret number within a range (1 to 20).</a:t>
            </a:r>
            <a:br>
              <a:rPr lang="en-US" sz="2000" dirty="0">
                <a:latin typeface="Palatino Linotype" panose="02040502050505030304" pitchFamily="18" charset="0"/>
              </a:rPr>
            </a:br>
            <a:r>
              <a:rPr lang="en-US" sz="2000" dirty="0">
                <a:latin typeface="Palatino Linotype" panose="02040502050505030304" pitchFamily="18" charset="0"/>
              </a:rPr>
              <a:t>The player then tries to guess the number.</a:t>
            </a:r>
            <a:br>
              <a:rPr lang="en-US" sz="2000" dirty="0">
                <a:latin typeface="Palatino Linotype" panose="02040502050505030304" pitchFamily="18" charset="0"/>
              </a:rPr>
            </a:br>
            <a:r>
              <a:rPr lang="en-US" sz="2000" dirty="0">
                <a:latin typeface="Palatino Linotype" panose="02040502050505030304" pitchFamily="18" charset="0"/>
              </a:rPr>
              <a:t>After each guess, the computer gives a hint — whether the guess is </a:t>
            </a:r>
            <a:r>
              <a:rPr lang="en-US" sz="2000" b="1" dirty="0">
                <a:latin typeface="Palatino Linotype" panose="02040502050505030304" pitchFamily="18" charset="0"/>
              </a:rPr>
              <a:t>too high</a:t>
            </a:r>
            <a:r>
              <a:rPr lang="en-US" sz="2000" dirty="0">
                <a:latin typeface="Palatino Linotype" panose="02040502050505030304" pitchFamily="18" charset="0"/>
              </a:rPr>
              <a:t>, </a:t>
            </a:r>
            <a:r>
              <a:rPr lang="en-US" sz="2000" b="1" dirty="0">
                <a:latin typeface="Palatino Linotype" panose="02040502050505030304" pitchFamily="18" charset="0"/>
              </a:rPr>
              <a:t>too low</a:t>
            </a:r>
            <a:r>
              <a:rPr lang="en-US" sz="2000" dirty="0">
                <a:latin typeface="Palatino Linotype" panose="02040502050505030304" pitchFamily="18" charset="0"/>
              </a:rPr>
              <a:t>, or </a:t>
            </a:r>
            <a:r>
              <a:rPr lang="en-US" sz="2000" b="1" dirty="0">
                <a:latin typeface="Palatino Linotype" panose="02040502050505030304" pitchFamily="18" charset="0"/>
              </a:rPr>
              <a:t>correct</a:t>
            </a:r>
            <a:r>
              <a:rPr lang="en-US" sz="2000" dirty="0">
                <a:latin typeface="Palatino Linotype" panose="02040502050505030304" pitchFamily="18" charset="0"/>
              </a:rPr>
              <a:t>.</a:t>
            </a:r>
            <a:br>
              <a:rPr lang="en-US" sz="2000" dirty="0">
                <a:latin typeface="Palatino Linotype" panose="02040502050505030304" pitchFamily="18" charset="0"/>
              </a:rPr>
            </a:br>
            <a:r>
              <a:rPr lang="en-US" sz="2000" dirty="0">
                <a:latin typeface="Palatino Linotype" panose="02040502050505030304" pitchFamily="18" charset="0"/>
              </a:rPr>
              <a:t>The game continues until the player guesses the correct number, and then the program displays how many attempts it took.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58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Code 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Explanation</a:t>
            </a:r>
            <a:endParaRPr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sz="2800" dirty="0">
                <a:latin typeface="Palatino Linotype" panose="02040502050505030304" pitchFamily="18" charset="0"/>
              </a:rPr>
              <a:t>I</a:t>
            </a:r>
            <a:r>
              <a:rPr sz="2800" dirty="0" err="1">
                <a:latin typeface="Palatino Linotype" panose="02040502050505030304" pitchFamily="18" charset="0"/>
              </a:rPr>
              <a:t>mport</a:t>
            </a:r>
            <a:r>
              <a:rPr sz="2800" dirty="0">
                <a:latin typeface="Palatino Linotype" panose="02040502050505030304" pitchFamily="18" charset="0"/>
              </a:rPr>
              <a:t> random → allows using random numbers.</a:t>
            </a:r>
          </a:p>
          <a:p>
            <a:r>
              <a:rPr lang="en-IN" sz="2800" dirty="0">
                <a:latin typeface="Palatino Linotype" panose="02040502050505030304" pitchFamily="18" charset="0"/>
              </a:rPr>
              <a:t>N</a:t>
            </a:r>
            <a:r>
              <a:rPr sz="2800" dirty="0">
                <a:latin typeface="Palatino Linotype" panose="02040502050505030304" pitchFamily="18" charset="0"/>
              </a:rPr>
              <a:t>umber = </a:t>
            </a:r>
            <a:r>
              <a:rPr sz="2800" dirty="0" err="1">
                <a:latin typeface="Palatino Linotype" panose="02040502050505030304" pitchFamily="18" charset="0"/>
              </a:rPr>
              <a:t>random.randint</a:t>
            </a:r>
            <a:r>
              <a:rPr sz="2800" dirty="0">
                <a:latin typeface="Palatino Linotype" panose="02040502050505030304" pitchFamily="18" charset="0"/>
              </a:rPr>
              <a:t>(1, 20) → computer selects a random number.</a:t>
            </a:r>
          </a:p>
          <a:p>
            <a:r>
              <a:rPr lang="en-IN" sz="2800" dirty="0">
                <a:latin typeface="Palatino Linotype" panose="02040502050505030304" pitchFamily="18" charset="0"/>
              </a:rPr>
              <a:t>P</a:t>
            </a:r>
            <a:r>
              <a:rPr sz="2800" dirty="0" err="1">
                <a:latin typeface="Palatino Linotype" panose="02040502050505030304" pitchFamily="18" charset="0"/>
              </a:rPr>
              <a:t>rint</a:t>
            </a:r>
            <a:r>
              <a:rPr sz="2800" dirty="0">
                <a:latin typeface="Palatino Linotype" panose="02040502050505030304" pitchFamily="18" charset="0"/>
              </a:rPr>
              <a:t>('Guess a number between 1 and 20') → instructs the player.</a:t>
            </a:r>
          </a:p>
          <a:p>
            <a:r>
              <a:rPr lang="en-IN" sz="2800" dirty="0">
                <a:latin typeface="Palatino Linotype" panose="02040502050505030304" pitchFamily="18" charset="0"/>
              </a:rPr>
              <a:t>W</a:t>
            </a:r>
            <a:r>
              <a:rPr sz="2800" dirty="0" err="1">
                <a:latin typeface="Palatino Linotype" panose="02040502050505030304" pitchFamily="18" charset="0"/>
              </a:rPr>
              <a:t>hile</a:t>
            </a:r>
            <a:r>
              <a:rPr sz="2800" dirty="0">
                <a:latin typeface="Palatino Linotype" panose="02040502050505030304" pitchFamily="18" charset="0"/>
              </a:rPr>
              <a:t> True → runs continuously until the correct guess</a:t>
            </a:r>
            <a:r>
              <a:rPr dirty="0">
                <a:latin typeface="Palatino Linotype" panose="0204050205050503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Code Explanation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800" dirty="0">
                <a:latin typeface="Palatino Linotype" panose="02040502050505030304" pitchFamily="18" charset="0"/>
              </a:rPr>
              <a:t>G</a:t>
            </a:r>
            <a:r>
              <a:rPr sz="2800" dirty="0" err="1">
                <a:latin typeface="Palatino Linotype" panose="02040502050505030304" pitchFamily="18" charset="0"/>
              </a:rPr>
              <a:t>uess</a:t>
            </a:r>
            <a:r>
              <a:rPr sz="2800" dirty="0">
                <a:latin typeface="Palatino Linotype" panose="02040502050505030304" pitchFamily="18" charset="0"/>
              </a:rPr>
              <a:t> = int(input('Your guess: ')) → takes input from user.</a:t>
            </a:r>
          </a:p>
          <a:p>
            <a:r>
              <a:rPr sz="2800" dirty="0">
                <a:latin typeface="Palatino Linotype" panose="02040502050505030304" pitchFamily="18" charset="0"/>
              </a:rPr>
              <a:t> </a:t>
            </a:r>
            <a:r>
              <a:rPr lang="en-IN" sz="2800" dirty="0">
                <a:latin typeface="Palatino Linotype" panose="02040502050505030304" pitchFamily="18" charset="0"/>
              </a:rPr>
              <a:t>I</a:t>
            </a:r>
            <a:r>
              <a:rPr sz="2800" dirty="0">
                <a:latin typeface="Palatino Linotype" panose="02040502050505030304" pitchFamily="18" charset="0"/>
              </a:rPr>
              <a:t>f guess == number → checks if the guess is correct.</a:t>
            </a:r>
          </a:p>
          <a:p>
            <a:r>
              <a:rPr sz="2800" dirty="0" err="1">
                <a:latin typeface="Palatino Linotype" panose="02040502050505030304" pitchFamily="18" charset="0"/>
              </a:rPr>
              <a:t>elif</a:t>
            </a:r>
            <a:r>
              <a:rPr sz="2800" dirty="0">
                <a:latin typeface="Palatino Linotype" panose="02040502050505030304" pitchFamily="18" charset="0"/>
              </a:rPr>
              <a:t> guess &lt; number → shows 'Too low, try again!'.</a:t>
            </a:r>
          </a:p>
          <a:p>
            <a:r>
              <a:rPr sz="2800" dirty="0">
                <a:latin typeface="Palatino Linotype" panose="02040502050505030304" pitchFamily="18" charset="0"/>
              </a:rPr>
              <a:t> else → shows 'Too high, try again!'.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800" dirty="0">
                <a:latin typeface="Palatino Linotype" panose="02040502050505030304" pitchFamily="18" charset="0"/>
              </a:rPr>
              <a:t>When the program runs:</a:t>
            </a:r>
          </a:p>
          <a:p>
            <a:pPr marL="514350" indent="-514350">
              <a:buFont typeface="+mj-lt"/>
              <a:buAutoNum type="arabicPeriod"/>
            </a:pPr>
            <a:r>
              <a:rPr sz="2800" dirty="0">
                <a:latin typeface="Palatino Linotype" panose="02040502050505030304" pitchFamily="18" charset="0"/>
              </a:rPr>
              <a:t> The computer picks a number between 1 and 20.</a:t>
            </a:r>
          </a:p>
          <a:p>
            <a:pPr marL="514350" indent="-514350">
              <a:buFont typeface="+mj-lt"/>
              <a:buAutoNum type="arabicPeriod"/>
            </a:pPr>
            <a:r>
              <a:rPr sz="2800" dirty="0">
                <a:latin typeface="Palatino Linotype" panose="02040502050505030304" pitchFamily="18" charset="0"/>
              </a:rPr>
              <a:t>The user guesses until they find the correct number.</a:t>
            </a:r>
          </a:p>
          <a:p>
            <a:pPr marL="514350" indent="-514350">
              <a:buFont typeface="+mj-lt"/>
              <a:buAutoNum type="arabicPeriod"/>
            </a:pPr>
            <a:r>
              <a:rPr sz="2800" dirty="0">
                <a:latin typeface="Palatino Linotype" panose="02040502050505030304" pitchFamily="18" charset="0"/>
              </a:rPr>
              <a:t>The program displays helpful feedback for each guess.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Conclusion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>
                <a:latin typeface="Palatino Linotype" panose="02040502050505030304" pitchFamily="18" charset="0"/>
              </a:rPr>
              <a:t>Learned how to use loops, conditionals, and random module in Python.</a:t>
            </a:r>
          </a:p>
          <a:p>
            <a:r>
              <a:rPr sz="2800" dirty="0">
                <a:latin typeface="Palatino Linotype" panose="02040502050505030304" pitchFamily="18" charset="0"/>
              </a:rPr>
              <a:t> Improved logical thinking and debugging skills.</a:t>
            </a:r>
          </a:p>
          <a:p>
            <a:r>
              <a:rPr sz="2800" dirty="0">
                <a:latin typeface="Palatino Linotype" panose="02040502050505030304" pitchFamily="18" charset="0"/>
              </a:rPr>
              <a:t> Future Improvements: Add a scoring system, GUI interface, or attempt limits</a:t>
            </a:r>
            <a:r>
              <a:rPr sz="2800" dirty="0">
                <a:solidFill>
                  <a:schemeClr val="accent5">
                    <a:lumMod val="50000"/>
                  </a:schemeClr>
                </a:solidFill>
                <a:latin typeface="Palatino Linotype" panose="0204050205050503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142</TotalTime>
  <Words>380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Baskerville Old Face</vt:lpstr>
      <vt:lpstr>Bernard MT Condensed</vt:lpstr>
      <vt:lpstr>Palatino Linotype</vt:lpstr>
      <vt:lpstr>Tw Cen MT</vt:lpstr>
      <vt:lpstr>Circuit</vt:lpstr>
      <vt:lpstr>  Python Programming Mini Python Application </vt:lpstr>
      <vt:lpstr>PowerPoint Presentation</vt:lpstr>
      <vt:lpstr>Introduction</vt:lpstr>
      <vt:lpstr>Objective</vt:lpstr>
      <vt:lpstr>How the game works</vt:lpstr>
      <vt:lpstr>Code Explanation</vt:lpstr>
      <vt:lpstr>Code Explanation </vt:lpstr>
      <vt:lpstr>Output</vt:lpstr>
      <vt:lpstr>Conclusion &amp;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aarushisharma1724@gmail.com</cp:lastModifiedBy>
  <cp:revision>2</cp:revision>
  <dcterms:created xsi:type="dcterms:W3CDTF">2013-01-27T09:14:16Z</dcterms:created>
  <dcterms:modified xsi:type="dcterms:W3CDTF">2025-11-03T22:56:05Z</dcterms:modified>
  <cp:category/>
</cp:coreProperties>
</file>